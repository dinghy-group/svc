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PoppinsSemiBold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6b4a2682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6b4a268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6b4a26821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6b4a2682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0.jp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0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386" r="386" t="0"/>
          <a:stretch/>
        </p:blipFill>
        <p:spPr>
          <a:xfrm>
            <a:off x="0" y="0"/>
            <a:ext cx="12192000" cy="686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2185094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47875" y="5122366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</a:rPr>
              <a:t>DevOps end to end services &amp; solutions</a:t>
            </a:r>
            <a:endParaRPr b="1"/>
          </a:p>
        </p:txBody>
      </p:sp>
      <p:sp>
        <p:nvSpPr>
          <p:cNvPr id="89" name="Google Shape;89;p13"/>
          <p:cNvSpPr txBox="1"/>
          <p:nvPr/>
        </p:nvSpPr>
        <p:spPr>
          <a:xfrm>
            <a:off x="8470900" y="6009100"/>
            <a:ext cx="6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sz="27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2600"/>
          </a:p>
        </p:txBody>
      </p:sp>
      <p:sp>
        <p:nvSpPr>
          <p:cNvPr id="90" name="Google Shape;90;p13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100" name="Google Shape;100;p14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245105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Structure folders and files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007221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Linux Shell (bash, sh, zsh, etc.)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563391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Essential Linux Commands (sudo, pwd, cd, ls, etc.)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4119562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File Operations (mkdir, rmdir, cp, mv, touch)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4675733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Viewing &amp; Editing Files (cat, echo)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5231903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Hands-on Solution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86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5484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101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671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23358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79528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383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Linux Directory Structure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123" name="Google Shape;123;p15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259586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The Linux directory structure is laid out like a tree with the </a:t>
            </a:r>
            <a:r>
              <a:rPr b="1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root (/)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directory being the trunk.</a:t>
            </a:r>
            <a:endParaRPr/>
          </a:p>
        </p:txBody>
      </p:sp>
      <p:pic>
        <p:nvPicPr>
          <p:cNvPr id="125" name="Google Shape;125;p15"/>
          <p:cNvPicPr preferRelativeResize="0"/>
          <p:nvPr/>
        </p:nvPicPr>
        <p:blipFill rotWithShape="1">
          <a:blip r:embed="rId6">
            <a:alphaModFix/>
          </a:blip>
          <a:srcRect b="16666" l="0" r="0" t="16666"/>
          <a:stretch/>
        </p:blipFill>
        <p:spPr>
          <a:xfrm>
            <a:off x="6343650" y="2138350"/>
            <a:ext cx="5267325" cy="3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52500" y="3475732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/bin: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Binary or executable programs.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52500" y="4031902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/etc: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System configuration files.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52500" y="4588073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/home: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User home directories.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52500" y="5144244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/var: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Variable files (logs, etc.).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2335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7952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35698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9186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1500"/>
            <a:ext cx="5286375" cy="317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57747"/>
            <a:ext cx="5286375" cy="3171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Linux Shell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145" name="Google Shape;145;p16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52500" y="2879827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3759696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A command-line interpreter that provides a user interface for the OS. It executes commands and scripts.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715125" y="2876847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Common Shells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883396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15125" y="293399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010400" y="3420725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96125" y="3419772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bash: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Bourne Again Shell (Most common).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010400" y="4091047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096125" y="4090094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sh: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The original Bourne shell.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010400" y="4426207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096125" y="4425255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zsh: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Z Shell (Modern, feature-rich).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010400" y="4761368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096125" y="4760416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ksh: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Korn Shell.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383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3735"/>
            <a:ext cx="52863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</a:t>
            </a:r>
            <a:r>
              <a:rPr lang="en-US" sz="3600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</a:t>
            </a: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sudo</a:t>
            </a:r>
            <a:r>
              <a:rPr lang="en-US" sz="3600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”</a:t>
            </a: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Command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170" name="Google Shape;170;p17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280808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SuperUser DO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329386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Allows a permitted user to execute a command as the superuser (root) or another user.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19150" y="442138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Update package list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19150" y="472618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sudo</a:t>
            </a: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200" u="none" cap="none" strike="noStrike">
                <a:solidFill>
                  <a:srgbClr val="79C0FF"/>
                </a:solidFill>
                <a:latin typeface="Roboto Mono"/>
                <a:ea typeface="Roboto Mono"/>
                <a:cs typeface="Roboto Mono"/>
                <a:sym typeface="Roboto Mono"/>
              </a:rPr>
              <a:t>apt-get update</a:t>
            </a:r>
            <a:endParaRPr/>
          </a:p>
        </p:txBody>
      </p:sp>
      <p:pic>
        <p:nvPicPr>
          <p:cNvPr descr="the sudo command" id="175" name="Google Shape;17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4125" y="2138350"/>
            <a:ext cx="5286374" cy="39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lso date command and example" id="180" name="Google Shape;1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33563"/>
            <a:ext cx="52863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Listing Files: ls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191" name="Google Shape;191;p19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2408187"/>
            <a:ext cx="5286375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The ls command lists files and directories within the file system.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81775" y="3281213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$ ls -la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81775" y="3586013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drwxr-xr-x 2 user user 4096 Sep 19 08:23 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81775" y="3890813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drwxr-xr-x 20 user user 4096 Sep 19 08:20 ..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81775" y="4195613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-rw-r--r-- 1 user user 21 Sep 19 08:23 .bashrc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4500413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-rw-r--r-- 1 user user 100 Sep 19 08:23 file.txt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52500" y="3297584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ls: Simple list.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52500" y="3853755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ls -l: Long listing format (permissions, owner, size).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52500" y="4775596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ls -a: Show hidden files (starting with .).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2500" y="5331767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ls -R: Recursive list.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4520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138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23221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7939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8979"/>
            <a:ext cx="3492549" cy="298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8979"/>
            <a:ext cx="3492549" cy="298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8979"/>
            <a:ext cx="3492549" cy="298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File Manipulation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218" name="Google Shape;218;p20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952654" y="3720554"/>
            <a:ext cx="7300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mkdir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612850" y="4349204"/>
            <a:ext cx="140970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Create directories.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mkdir -p dir1/dir2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30954" y="3720554"/>
            <a:ext cx="7300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touch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645074" y="4349204"/>
            <a:ext cx="2901999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Create empty files or update timestamps.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touch newfile.txt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249221" y="3720554"/>
            <a:ext cx="12501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rm / rmdir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859887" y="4349204"/>
            <a:ext cx="2028825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Remove files or directories.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0AEC0"/>
                </a:solidFill>
                <a:latin typeface="Poppins"/>
                <a:ea typeface="Poppins"/>
                <a:cs typeface="Poppins"/>
                <a:sym typeface="Poppins"/>
              </a:rPr>
              <a:t>rm -rf folder/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53E3E"/>
                </a:solidFill>
                <a:latin typeface="Poppins"/>
                <a:ea typeface="Poppins"/>
                <a:cs typeface="Poppins"/>
                <a:sym typeface="Poppins"/>
              </a:rPr>
              <a:t>(Use with caution!)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9100" y="29395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38825" y="29395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4274" y="2939504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8907"/>
            <a:ext cx="5286375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8907"/>
            <a:ext cx="5286375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782317"/>
            <a:ext cx="4524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782317"/>
            <a:ext cx="4524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Move &amp; Copy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241" name="Google Shape;241;p21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52500" y="2628007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cp (Copy)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52500" y="3237607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Copy files or directories.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715125" y="2628007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1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mv (Move)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715125" y="3237607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Move or rename files and directories.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68515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1200150" y="40299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Copy file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200150" y="43347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cp source.txt dest.txt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200150" y="46395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Copy directory recursively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1200150" y="49443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cp -r src_dir/ dest_dir/</a:t>
            </a:r>
            <a:endParaRPr/>
          </a:p>
        </p:txBody>
      </p:sp>
      <p:pic>
        <p:nvPicPr>
          <p:cNvPr descr="image.png" id="251" name="Google Shape;25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5125" y="268515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6962775" y="40299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Rename file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962775" y="43347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mv old.txt new.txt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962775" y="46395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Move file to directory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962775" y="4944367"/>
            <a:ext cx="402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mv file.txt /tmp/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21335"/>
            <a:ext cx="528637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701355"/>
            <a:ext cx="5286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Viewing Content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571500" y="6381750"/>
            <a:ext cx="10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 sz="1300"/>
          </a:p>
        </p:txBody>
      </p:sp>
      <p:sp>
        <p:nvSpPr>
          <p:cNvPr id="267" name="Google Shape;267;p22"/>
          <p:cNvSpPr txBox="1"/>
          <p:nvPr/>
        </p:nvSpPr>
        <p:spPr>
          <a:xfrm>
            <a:off x="7877175" y="6424612"/>
            <a:ext cx="3743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© Copyright https://dinghy-e2e.com | Yehuda Shoshani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71500" y="2655689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 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71500" y="314146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Reads files sequentially, writing them to standard output.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334125" y="267086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echo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334125" y="315664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Displays a line of text. Often used to write to files.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819150" y="426898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$ cat hello_script.sh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19150" y="457378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#!/bin/bash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819150" y="487858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echo "Hello World"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581775" y="394900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Write to file (overwrite)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581775" y="425380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echo "Line 1" &gt; file.txt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581775" y="455860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# Append to file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581775" y="4863405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echo "Line 2" &gt;&gt; file.txt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lte the cat hint as well , and change it to print the file content or something like that" id="283" name="Google Shape;2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76975"/>
            <a:ext cx="11049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571500" y="1982241"/>
            <a:ext cx="52006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FD1C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Questions?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2810916"/>
            <a:ext cx="4953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342051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Thank you for participating.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571500" y="415572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Feel free to reach out: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https://dinghy-e2e.com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71500" y="6381750"/>
            <a:ext cx="103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Dinghy</a:t>
            </a:r>
            <a:r>
              <a:rPr b="1" i="0" lang="en-US" sz="1500" u="none" cap="none" strike="noStrike">
                <a:solidFill>
                  <a:srgbClr val="4FD1C5"/>
                </a:solidFill>
                <a:latin typeface="Poppins"/>
                <a:ea typeface="Poppins"/>
                <a:cs typeface="Poppins"/>
                <a:sym typeface="Poppins"/>
              </a:rPr>
              <a:t>e2e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